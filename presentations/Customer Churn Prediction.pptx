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DATA SCIENCE · BATCH F Customer Churn Prediction using Feature Engineering and a Regularized Neural Network Saket Sharma · Registration 2430010408 Dataset: Telco Customer Churn (IBM, 7,043 customer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Problem Statement Telecom companies lose ~26.5% of customers annually Predicting churn allows targeted retention offers Goal: build a simple neural network that identifies at-risk customers Educational focus: demonstrate fundamental DL concepts correct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Dataset Overview 7,043 samples, 21 features Target: Churn (Yes = 1, No = 0) Imbalanced: 73.5% stayed, 26.5% churned 11 rows with blank TotalCharges (handled explicitly) Features: demographics, services, contract, bil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Why Accuracy Alone Is Misleading 73.5% Predicting “No churn” for everyone gives 73.5% accuracy But it catches zero actual churners Solution: report Precision, Recall and F1 alongside accura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Preprocessing Pipeline Drop customerID (non-predictive) Handle blank TotalCharges: drop 11 rows (all tenure = 0) One-hot encode 16 categorical columns: 46 features total Scale tenure, MonthlyCharges, TotalCharges with StandardScaler Fit scaler/encoder on training data only (no data leakag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Train / Validation / Test Split 70% Training (4,922 samples): the model learns from this 15% Validation (1,055 samples): early stopping monitors this 15% Test (1,055 samples): final evaluation, never seen in training Stratified splitting preserves the class rat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Neural Network Architecture Input (46 features) Preprocessed customer data Dense(64, ReLU) Learns feature combinations Dropout(0.3) Prevents co-adaptation Dense(32, ReLU) Refines patterns Dense(1, Sigmoid) Outputs churn probability Loss: Binary Cross-Entropy · Optimizer: Adam (lr = 0.001) · Early stopping: patience 8, restore best weigh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Early Stopping Result Epoch 14 Training stopped at epoch 14 (best epoch = 6) Validation loss stopped improving after epoch 6 Halts before the model memorizes no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Bias-Variance Demonstration Model Train Acc Val Acc Gap Diagnosis 1 neuron (underfit) 0.806 0.822 ~0 High bias Oversized (no reg.) 0.967 0.751 +0.216 High variance Main model (dropout) 0.812 0.818 -0.006 Good 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5-Fold Cross-Validation 0.571 ± 0.021 F1 per fold: 0.571, 0.539, 0.579, 0.569, 0.597 Low standard deviation: stable across data subsets Scaler refit inside each fold (no leakag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Regularization Experiments Method Test F1 Effect No dropout 0.5196 Baseline NN Dropout 0.3 0.5524 Best NN variant L1 (1e-4) 0.5109 High precision, low recall L2 (1e-4) 0.5477 Nearly matches drop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Ridge &amp; Lasso (Linear Models) Ridge (L2 penalty): F1 = 0.5422 Lasso (L1 penalty): F1 = 0.5309 Lasso zeroed 27 of 46 coefficients: automatic feature selection Discarded: gender, PhoneService, several streaming features Business insight: contract type and tenure matter m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Final Comparison Model Accuracy Precision Recall F1 Logistic Regression 0.7877 0.6167 0.5286 0.5692 NN + Dropout 0.7896 0.6343 0.4893 0.5524 NN + L2 0.7886 0.6338 0.4821 0.5477 Key finding: simple logistic regression beats the small NN. Expected on small tabular data: complexity isn’t always bett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Confusion Matrix (Final NN) Predicted Stayed Predicted Churn True Stayed TN = 696 FP = 79 True Churn FN = 143 TP = 137 FP cost: wasted retention offer to a loyal customer FN cost: a lost customer we never tried to save (more expens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 descr="Conclusions Imbalanced data: F1 is the right primary metric Early stopping prevented overfitting (best epoch 6 of 14) Dropout was the best regularization for this architecture 5-fold CV confirmed stability (F1 std = 0.021) Logistic regression stays competitive; the NN adds complexity without clear gain Top churn drivers: tenure, contract type, Total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 descr="Limitations &amp; Future Work Small dataset (~7K rows) limits NN advantage No class-weight tuning (could improve recall) No hyperparameter search (learning rate, layers) Single train/val/test split for final evaluation Future: threshold tuning, SMOTE, feature embed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 descr="Thank you Questions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/>
  <dc:creator/>
  <cp:lastModifiedBy/>
  <cp:revision>1</cp:revision>
  <dcterms:created xsi:type="dcterms:W3CDTF">2026-10-13T08:51:21Z</dcterms:created>
  <dcterms:modified xsi:type="dcterms:W3CDTF">2026-10-13T08:51:21Z</dcterms:modified>
</cp:coreProperties>
</file>